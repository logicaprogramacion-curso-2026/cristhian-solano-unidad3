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07980-F0ED-92A2-EFC9-6D69745DF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381430-EC1F-1E67-4AD9-125EE8062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0DA8B1-A033-DA55-647A-381DDD93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CC30-76B2-493A-A871-8F8A859CB71D}" type="datetimeFigureOut">
              <a:rPr lang="es-EC" smtClean="0"/>
              <a:t>10/8/2026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723F84-C017-8709-1371-514864E3C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F591BD-8629-4FF1-FA1F-51BE5145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9C2-7042-44F3-9B4A-75C12E1B83F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06334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A4C6C-E301-F073-4B09-815D1013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F414C8-DD07-1FE0-AB97-C27143362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A2D31E-743A-4378-4059-76E487C4D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CC30-76B2-493A-A871-8F8A859CB71D}" type="datetimeFigureOut">
              <a:rPr lang="es-EC" smtClean="0"/>
              <a:t>10/8/2026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F6ACB9-9965-6A87-1F42-D098282C2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B8FCB7-9388-C8F3-96D9-6FA09031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9C2-7042-44F3-9B4A-75C12E1B83F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691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026F7-CF92-3940-2D1B-3744C3754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4E950D-05D9-328E-3399-B6EC20EAE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1DCDE5-0011-DBB9-554E-0F5BFAA2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CC30-76B2-493A-A871-8F8A859CB71D}" type="datetimeFigureOut">
              <a:rPr lang="es-EC" smtClean="0"/>
              <a:t>10/8/2026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647855-3CB4-9349-4A96-4BF3F940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E334C6-B449-1F0F-88A2-1C57E491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9C2-7042-44F3-9B4A-75C12E1B83F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31515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5C68A-2F30-AE8D-8DCC-84A3B2B7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C0B264-788F-8227-2560-D14D55FA5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89F285-7DF0-CEFA-C8CE-B5118D721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B00927-1473-A6A8-7FDE-E1E0A1574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CC30-76B2-493A-A871-8F8A859CB71D}" type="datetimeFigureOut">
              <a:rPr lang="es-EC" smtClean="0"/>
              <a:t>10/8/2026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9AD106-73DB-BFCE-D612-4866CAC21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159C1F-2ACF-175A-E8B7-917074EC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9C2-7042-44F3-9B4A-75C12E1B83F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1525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3F159-4741-890F-CC21-C9D5254A7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55EE53-EF51-D3B0-45C6-D4A92A0FC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231310-3757-2298-7A6F-76F0921AA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779017C-BF1F-31FC-9E9C-27CA52A33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65099E2-C4BE-B03B-7BB7-752872BF5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C888C1F-6BBA-2038-5AA6-6BAEFEA1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CC30-76B2-493A-A871-8F8A859CB71D}" type="datetimeFigureOut">
              <a:rPr lang="es-EC" smtClean="0"/>
              <a:t>10/8/2026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6F58943-19EC-1B8D-76CE-B75FF9A1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26CF0E-E045-8773-1478-5A5D085D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9C2-7042-44F3-9B4A-75C12E1B83F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7912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91FA3-2D16-EF19-746A-09EEFF18B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BCAFB26-D30E-A273-1DC5-E474C412E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CC30-76B2-493A-A871-8F8A859CB71D}" type="datetimeFigureOut">
              <a:rPr lang="es-EC" smtClean="0"/>
              <a:t>10/8/2026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952947-963D-EF64-C346-B8AF0553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9CD99D-81F4-CE82-5D6A-3017B3CE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9C2-7042-44F3-9B4A-75C12E1B83F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4855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98EF032-9BCB-744A-6E58-A1BE5B721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CC30-76B2-493A-A871-8F8A859CB71D}" type="datetimeFigureOut">
              <a:rPr lang="es-EC" smtClean="0"/>
              <a:t>10/8/2026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926430B-1FD4-3FD9-D96D-B5A32819F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CDE603-0D13-62EA-59D3-AB006713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9C2-7042-44F3-9B4A-75C12E1B83F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4924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F3FA2-BA92-87DD-945B-4106E522D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3CE784-5D6D-7E09-C812-47FAE1200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71EBB2-92CB-4A0E-A5DD-51CE80472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280DB6-3DE3-295F-79B3-BCBE64A4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CC30-76B2-493A-A871-8F8A859CB71D}" type="datetimeFigureOut">
              <a:rPr lang="es-EC" smtClean="0"/>
              <a:t>10/8/2026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2436B3-39FE-3E1C-71C5-8B60E7ECA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2AAC0E-04D0-20E9-E620-832802E7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9C2-7042-44F3-9B4A-75C12E1B83F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25473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AB9F1-C767-D7B4-29F6-5DA0AD1B3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654C0E6-3979-562F-F060-854D27C61E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3D1041-0FFB-0056-DDFE-E122C3D51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8DAA1C-A6A0-3709-CFBB-3AD0444E3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CC30-76B2-493A-A871-8F8A859CB71D}" type="datetimeFigureOut">
              <a:rPr lang="es-EC" smtClean="0"/>
              <a:t>10/8/2026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078D8D-3EC1-893B-7BF9-DF2CF0C3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5D0AD1-D6E1-D4FF-0E4B-CD5867946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9C2-7042-44F3-9B4A-75C12E1B83F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8451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1BE906-5938-ED36-45E5-CB67762DA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09BAAB-93B2-E00C-B287-B346C228C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DAE1F0-19C8-7D28-9F5C-A50A3F35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CC30-76B2-493A-A871-8F8A859CB71D}" type="datetimeFigureOut">
              <a:rPr lang="es-EC" smtClean="0"/>
              <a:t>10/8/2026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A43AC7-8E73-12C5-E851-C69A21DE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A62FBA-F282-AA98-C678-AAE3095FB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9C2-7042-44F3-9B4A-75C12E1B83F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9232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0A0733-6DAB-3B15-A666-BBEAB4CB6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FF1CCD-EDDC-9FAB-AC32-25024ED93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28F33D-6084-69BB-92B6-4D5AAF7D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CC30-76B2-493A-A871-8F8A859CB71D}" type="datetimeFigureOut">
              <a:rPr lang="es-EC" smtClean="0"/>
              <a:t>10/8/2026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925E86-D420-878B-CCDF-6B5E6EE0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D03160-A21C-1E1D-5597-12735487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9C2-7042-44F3-9B4A-75C12E1B83F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1302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2139BEA-85EB-3299-F663-A610D6BE2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635611-A2D8-CD91-0E2A-2E6A8DDEB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D37046-8282-FF59-84C1-8342D4F62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8CC30-76B2-493A-A871-8F8A859CB71D}" type="datetimeFigureOut">
              <a:rPr lang="es-EC" smtClean="0"/>
              <a:t>10/8/2026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71EC1F-4C77-600A-BE5F-A8E0AD5CAA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FA0F88-9CC1-23FD-716E-7A6A2BD55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8E9C2-7042-44F3-9B4A-75C12E1B83F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51234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D1B4E-1458-20BA-63CD-79CDE8B85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dirty="0"/>
              <a:t>Taller 10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8C6061-DA2E-5B90-9359-9DC310F70A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 dirty="0" err="1"/>
              <a:t>Pseudocodigo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293632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E8AC7-AF2F-B0FF-D39E-20EFE423C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43D4C7-EA29-B6A9-D2CB-BC172B5BC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67858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Taller 10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zambrano</dc:creator>
  <cp:lastModifiedBy>David zambrano</cp:lastModifiedBy>
  <cp:revision>1</cp:revision>
  <dcterms:created xsi:type="dcterms:W3CDTF">2026-08-11T03:49:08Z</dcterms:created>
  <dcterms:modified xsi:type="dcterms:W3CDTF">2026-08-11T03:49:21Z</dcterms:modified>
</cp:coreProperties>
</file>