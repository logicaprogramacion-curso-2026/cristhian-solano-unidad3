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2" d="100"/>
          <a:sy n="92" d="100"/>
        </p:scale>
        <p:origin x="28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A976A-CAE0-4117-9185-1FA6078DE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028B23-AD4D-489C-B2F5-08F316F85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495C2B-EA98-4865-B0F5-6FC3AF38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B426E4-7B99-4D15-A9EE-2E10894D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55C2B0-389E-4C24-AEB9-BEEB899E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79148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C46A2-CFDA-47A8-8923-03538880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21CB67-C890-4AB3-92D4-A68E1219F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A4C7CF-250D-43D8-B11D-5818639E0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FA663B-E302-45F4-8B0F-6329F932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A0181C-552D-4BDD-B5A0-EBEB790C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29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3FE159-F04B-42A2-9070-D752D3037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0CD417-6AF3-45AC-BE83-FD389192A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4AA4EC-918C-4C69-8CA8-411F090E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0EE922-38ED-425D-AD96-1D96E8F7D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7CB230-72B9-4671-A62A-1D31D045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25091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23D59-44EB-476C-A30A-C66380BD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B4A274-EBD2-4111-96AC-96D67BD0A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435218-E240-4D40-B668-1DA8FB87B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FF429D-BB98-47D6-BA86-1AA875DC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AE7D89-D19D-4E90-AA03-FE6F0C3F7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EF1550-B6A0-47A0-A447-7F74CE47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2947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3A60D-2AD4-4895-A771-0D998CC0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DBB36AC-1D56-4F9C-8861-8F0DB0AF3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8495249-9121-4FB2-A3CB-8997AB963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D2CF74-3452-448E-9A4C-F1C9B9062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0796A6-3A9E-4D5F-91CF-3DA3EC4AA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2335932-C596-44DA-B7C8-A500EF73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F93C5BF-2645-4C84-BFB0-0AAD328F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CF2C16-F065-4A86-9832-53BE14B32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57660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7B8F6-B7BF-4367-B77D-4B93BE95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90CA8C-D259-4709-8558-B695DC0E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93AF8C-E893-4A9F-BDC7-949EDB40E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797C75E-BC05-45A9-8732-384C32F30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00008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BDF1158-AD9C-4E1E-865C-239BD46A2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29917F-BC81-4248-8208-478872EC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CF983C-22E8-43BF-89E1-F80FCEE3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3465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8B76A-1962-4909-9E8D-7B1C8270A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D0B98E-2516-4AE1-8DB9-1F0A8A465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49D1EF-B983-4886-8103-946A2E04A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E4C073-EA0B-44BE-B019-3E1B107D7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89C2A5-9721-4FF4-8EFA-1CD9AFDC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DEA9EF-FDF9-4D51-B2DB-91094859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3751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673EB-D941-4160-A42F-2246B649A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226089F-B245-4E48-ADB8-E451347F8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DF510F-36A3-4DE5-97FD-2199E807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3333B9-8650-4066-A189-56D27B20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A14705-D517-402B-9667-7D4A6807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2E1D5CA-A52A-4DBF-A166-1FD8B320A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2316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94259-7F4B-453F-A2A8-1AEEB97A1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982EE5-DCF3-4BE5-8E23-5601E048A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3F2424-4463-46AC-B5FB-348FB0A8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49D69B-3BD3-40E3-8FAE-9B5A53BC6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0E030E-2CB9-42D8-83D2-B963DE62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793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E2C887-EDA2-498D-9FD1-60B8E59A70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E9D58C-97A8-4964-A6A7-D2A6A60FD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EA598C-C59A-4AA3-B056-C8A2687A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4B07DF-14C8-48C0-8FD6-BDBC2121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78AEC3-1435-49D0-815C-7C66ACF70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14348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DB7EAE6-D989-47A6-9771-740B9AEA2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D4E9FA-869E-4859-94FF-E39794EE6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4C2E2-9B72-4DD3-B3BC-8332032AD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29045-2FD1-45E4-9037-85A147E42EAC}" type="datetimeFigureOut">
              <a:rPr lang="es-EC" smtClean="0"/>
              <a:t>3/8/2026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E48A50-501B-467A-82F7-DF75B1E3F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156B17-461D-429A-9ABE-A252A4105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A4986-574D-4CD6-BD6A-2DA28E3C6DA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6635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ide.instructure.com/courses/35008/users/50850" TargetMode="External"/><Relationship Id="rId2" Type="http://schemas.openxmlformats.org/officeDocument/2006/relationships/hyperlink" Target="https://uide.instructure.com/courses/35008/users/50838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uide.instructure.com/courses/35008/users/51568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072B2-59A1-4E3C-AB0F-0D4663B5CD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C" b="0" i="0" dirty="0">
                <a:solidFill>
                  <a:srgbClr val="273540"/>
                </a:solidFill>
                <a:effectLst/>
                <a:latin typeface="LatoWeb"/>
              </a:rPr>
              <a:t>Deber_5-P3 NUMPY</a:t>
            </a:r>
            <a:br>
              <a:rPr lang="es-EC" b="0" i="0" dirty="0">
                <a:solidFill>
                  <a:srgbClr val="273540"/>
                </a:solidFill>
                <a:effectLst/>
                <a:latin typeface="LatoWeb"/>
              </a:rPr>
            </a:br>
            <a:br>
              <a:rPr lang="es-EC" dirty="0"/>
            </a:b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9D3535-8EEC-4222-834A-321E89EBB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9927" y="2945332"/>
            <a:ext cx="9144000" cy="1655762"/>
          </a:xfrm>
        </p:spPr>
        <p:txBody>
          <a:bodyPr/>
          <a:lstStyle/>
          <a:p>
            <a:r>
              <a:rPr lang="es-ES" dirty="0"/>
              <a:t>Integrantes:</a:t>
            </a:r>
          </a:p>
          <a:p>
            <a:r>
              <a:rPr lang="es-EC" sz="200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KENNY JORDANNY BLACIO MENENDEZ</a:t>
            </a:r>
            <a:endParaRPr lang="es-EC" sz="200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C" sz="2000" b="0" i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CRISTHIAN MATIAS SOLANO PALMA</a:t>
            </a:r>
            <a:endParaRPr lang="es-EC" sz="2000" b="0" i="1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C" sz="2000" b="0" i="1" u="sng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MATHIAS ALEXANDER MEDINA LANDAZURI</a:t>
            </a:r>
            <a:endParaRPr lang="es-EC" sz="2000" b="0" i="1" u="sng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C" sz="200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C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EC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090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5164C7-C3A6-4889-B98D-26B99FD8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¿Qué es NumPy?</a:t>
            </a:r>
            <a:br>
              <a:rPr lang="es-ES" b="0" i="1" dirty="0">
                <a:solidFill>
                  <a:srgbClr val="27354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C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69BBE4-0DF9-4EF9-91E2-1B2AA22F18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3785"/>
            <a:ext cx="1000876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 es la librería fundamental de Python para el cálculo científico y el manejo de datos numéricos.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 que la hace especial es que introduce una estructura llamada </a:t>
            </a:r>
            <a:r>
              <a:rPr kumimoji="0" lang="es-EC" altLang="es-EC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ndarray</a:t>
            </a:r>
            <a:r>
              <a:rPr kumimoji="0" lang="es-EC" altLang="es-EC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diferencia de las listas tradicionales de Python, los arreglos de NumPy ocupan mucho menos espacio en memoria y ejecutan las operaciones matemáticas a una velocidad impresionante porque por debajo están construidos en lenguaje C.</a:t>
            </a:r>
          </a:p>
        </p:txBody>
      </p:sp>
      <p:pic>
        <p:nvPicPr>
          <p:cNvPr id="1027" name="Picture 3" descr="7 Surprising Lessons from the Numpy Documentation | by Vasanth Bharathi |  Python in Plain English">
            <a:extLst>
              <a:ext uri="{FF2B5EF4-FFF2-40B4-BE49-F238E27FC236}">
                <a16:creationId xmlns:a16="http://schemas.microsoft.com/office/drawing/2014/main" id="{6ED3B7E1-2C19-4C57-8213-4B0E56D14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4555221"/>
            <a:ext cx="5257800" cy="163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407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73EBA-2005-41EB-9512-CACE87A2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¿Para qué sirve?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6243A5-400D-493E-BA62-7403C4BBF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Sirve principalmente para realizar operaciones matemáticas complejas y manipular grandes volúmenes de datos de forma ultra eficiente. Sus usos principales son: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Matemática avanzada y álgebra lineal:</a:t>
            </a: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Manejo de vectores, matrices, transformaciones y sistemas de ecuaciones.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de datos masivos:</a:t>
            </a: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 la base sobre la que están construidas otras librerías clave como </a:t>
            </a:r>
            <a:r>
              <a:rPr lang="es-E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E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/ TensorFlow.</a:t>
            </a:r>
            <a:endParaRPr lang="es-E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Generación de datos estadísticos:</a:t>
            </a: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Simulación de números aleatorios, análisis de distribuciones, desviaciones estándar, etc.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98563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67E3E-AF94-4C40-A39E-1748CE03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¿Cómo se utiliza / implementa?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7F20F7-4EBD-4D64-BD0B-729A3DCB9B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0449" y="1690688"/>
            <a:ext cx="699383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 utilizar NumPy en Python, primero debemos instalar la librería (si no viene instalada) y luego importarla convencionalmente con el alias np: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027AF23-FA69-4F63-A4F7-550C4B67F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449" y="2865757"/>
            <a:ext cx="7773485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79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91E0A-B65D-4F25-8603-4FF899C5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299804"/>
            <a:ext cx="7241498" cy="65322"/>
          </a:xfrm>
        </p:spPr>
        <p:txBody>
          <a:bodyPr>
            <a:normAutofit fontScale="90000"/>
          </a:bodyPr>
          <a:lstStyle/>
          <a:p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F3C62-D109-4FC4-AFE8-0C01EDFD4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26" y="3324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partir de ahí, convertimos listas comunes en arreglos de NumPy para aprovechar sus funciones integradas:</a:t>
            </a:r>
            <a:endParaRPr lang="es-EC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12925D-FE6D-4615-B79F-73F2F9835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23" y="1317272"/>
            <a:ext cx="8560688" cy="159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3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41E07-AF29-4C9F-B2D0-8E92CA345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Ejemplos de Implementación Aplicada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53509C-A59C-4606-92D6-A63CAF695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 1: Calcular el precio total con IVA de una lista de compras</a:t>
            </a:r>
          </a:p>
          <a:p>
            <a:pPr marL="0" indent="0">
              <a:buNone/>
            </a:pPr>
            <a:endParaRPr lang="es-E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ED62EB-0390-4E86-A6C9-E0A7E84A1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535" y="2416459"/>
            <a:ext cx="8168640" cy="382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869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31520F-C5EE-4808-AD23-8CC6CDA8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C8B185-36E6-4D98-B19E-EC4797357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Ejemplo 2: Convertir la estatura de metros a centímetros</a:t>
            </a:r>
          </a:p>
          <a:p>
            <a:pPr marL="0" indent="0">
              <a:buNone/>
            </a:pPr>
            <a:endParaRPr lang="es-E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046E77-FAAB-4E17-9661-2D0A3A052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19346"/>
            <a:ext cx="8920942" cy="394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8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9DF62-F4CE-458B-A801-844F80692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800" y="2675731"/>
            <a:ext cx="10515600" cy="1325563"/>
          </a:xfrm>
        </p:spPr>
        <p:txBody>
          <a:bodyPr/>
          <a:lstStyle/>
          <a:p>
            <a:r>
              <a:rPr lang="es-ES" dirty="0"/>
              <a:t>GRACIAS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E12705-2FEE-40F9-93CE-07258631A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757392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263</Words>
  <Application>Microsoft Office PowerPoint</Application>
  <PresentationFormat>Panorámica</PresentationFormat>
  <Paragraphs>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LatoWeb</vt:lpstr>
      <vt:lpstr>Times New Roman</vt:lpstr>
      <vt:lpstr>Tema de Office</vt:lpstr>
      <vt:lpstr>Deber_5-P3 NUMPY  </vt:lpstr>
      <vt:lpstr>¿Qué es NumPy? </vt:lpstr>
      <vt:lpstr>¿Para qué sirve?</vt:lpstr>
      <vt:lpstr>¿Cómo se utiliza / implementa?</vt:lpstr>
      <vt:lpstr>Presentación de PowerPoint</vt:lpstr>
      <vt:lpstr>Ejemplos de Implementación Aplicada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Hernan Medina</dc:creator>
  <cp:lastModifiedBy>Hernan Medina</cp:lastModifiedBy>
  <cp:revision>2</cp:revision>
  <dcterms:created xsi:type="dcterms:W3CDTF">2026-08-03T14:35:21Z</dcterms:created>
  <dcterms:modified xsi:type="dcterms:W3CDTF">2026-08-03T14:47:03Z</dcterms:modified>
</cp:coreProperties>
</file>